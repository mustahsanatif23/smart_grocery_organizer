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70" r:id="rId6"/>
    <p:sldId id="260" r:id="rId7"/>
    <p:sldId id="263" r:id="rId8"/>
    <p:sldId id="264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ChangeAspect="1"/>
          </p:cNvSpPr>
          <p:nvPr/>
        </p:nvSpPr>
        <p:spPr>
          <a:xfrm>
            <a:off x="78658" y="104262"/>
            <a:ext cx="914400" cy="885455"/>
          </a:xfrm>
          <a:custGeom>
            <a:avLst/>
            <a:gdLst/>
            <a:ahLst/>
            <a:cxnLst/>
            <a:rect l="l" t="t" r="r" b="b"/>
            <a:pathLst>
              <a:path w="1665860" h="1665860">
                <a:moveTo>
                  <a:pt x="0" y="0"/>
                </a:moveTo>
                <a:lnTo>
                  <a:pt x="1665860" y="0"/>
                </a:lnTo>
                <a:lnTo>
                  <a:pt x="1665860" y="1665860"/>
                </a:lnTo>
                <a:lnTo>
                  <a:pt x="0" y="1665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521619" y="239212"/>
            <a:ext cx="91440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Bangladesh Army University Of Science And Technology (BAUST)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3620" y="3257709"/>
            <a:ext cx="4763" cy="26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endParaRPr sz="9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BC615B-F0F8-4609-EADA-F9F3534FFEA2}"/>
              </a:ext>
            </a:extLst>
          </p:cNvPr>
          <p:cNvGrpSpPr/>
          <p:nvPr/>
        </p:nvGrpSpPr>
        <p:grpSpPr>
          <a:xfrm>
            <a:off x="46781" y="2060598"/>
            <a:ext cx="12093677" cy="307778"/>
            <a:chOff x="0" y="2475789"/>
            <a:chExt cx="12093677" cy="307778"/>
          </a:xfrm>
        </p:grpSpPr>
        <p:sp>
          <p:nvSpPr>
            <p:cNvPr id="9" name="TextBox 9"/>
            <p:cNvSpPr txBox="1"/>
            <p:nvPr/>
          </p:nvSpPr>
          <p:spPr>
            <a:xfrm>
              <a:off x="0" y="2475789"/>
              <a:ext cx="5059953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 Title: Software Development Project II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5309" y="2475790"/>
              <a:ext cx="2658368" cy="30777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Course Code: CSE 3100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53B16DE-638A-41AE-17E6-1168A56051D2}"/>
              </a:ext>
            </a:extLst>
          </p:cNvPr>
          <p:cNvSpPr txBox="1"/>
          <p:nvPr/>
        </p:nvSpPr>
        <p:spPr>
          <a:xfrm>
            <a:off x="2103282" y="3090435"/>
            <a:ext cx="79902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Grocery Organizer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939FF4B-1154-0B33-4B0F-134D7F048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905956"/>
              </p:ext>
            </p:extLst>
          </p:nvPr>
        </p:nvGraphicFramePr>
        <p:xfrm>
          <a:off x="78658" y="4693197"/>
          <a:ext cx="12015020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07510">
                  <a:extLst>
                    <a:ext uri="{9D8B030D-6E8A-4147-A177-3AD203B41FA5}">
                      <a16:colId xmlns:a16="http://schemas.microsoft.com/office/drawing/2014/main" val="3374329780"/>
                    </a:ext>
                  </a:extLst>
                </a:gridCol>
                <a:gridCol w="6007510">
                  <a:extLst>
                    <a:ext uri="{9D8B030D-6E8A-4147-A177-3AD203B41FA5}">
                      <a16:colId xmlns:a16="http://schemas.microsoft.com/office/drawing/2014/main" val="2850013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 by: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 to: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41209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Mustahsan Atif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Munira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Akter Mou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0134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Lecturer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34514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ID: 0802320205101023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Maskur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 Shal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Sabil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4418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Lecturer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90"/>
                  </a:ext>
                </a:extLst>
              </a:tr>
            </a:tbl>
          </a:graphicData>
        </a:graphic>
      </p:graphicFrame>
      <p:sp>
        <p:nvSpPr>
          <p:cNvPr id="19" name="TextBox 3">
            <a:extLst>
              <a:ext uri="{FF2B5EF4-FFF2-40B4-BE49-F238E27FC236}">
                <a16:creationId xmlns:a16="http://schemas.microsoft.com/office/drawing/2014/main" id="{EBDCA57B-C0F0-953D-B533-34D3B7EA3952}"/>
              </a:ext>
            </a:extLst>
          </p:cNvPr>
          <p:cNvSpPr txBox="1"/>
          <p:nvPr/>
        </p:nvSpPr>
        <p:spPr>
          <a:xfrm>
            <a:off x="1526383" y="1356546"/>
            <a:ext cx="91440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 (CSE)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application designed to simplify grocery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track items, quantities, and expiry dates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recipe suggestions based on their available groceries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analytics to know dietary habits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 Kotlin (primary), Java (secondary)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Android Studio Narwhal 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System: Gradle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Jetpack Libraries: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Room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Material Design Components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01EFB-1493-8230-50F9-51813463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5311"/>
            <a:ext cx="3749040" cy="12825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934DBE-B0CE-24A1-3553-C9A0A2F711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17" t="3147" r="7049" b="19011"/>
          <a:stretch/>
        </p:blipFill>
        <p:spPr>
          <a:xfrm>
            <a:off x="3550563" y="4617719"/>
            <a:ext cx="2446199" cy="1280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F155DE-768E-6A60-0627-142E899FD3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90" r="15630"/>
          <a:stretch/>
        </p:blipFill>
        <p:spPr>
          <a:xfrm>
            <a:off x="6195239" y="4617719"/>
            <a:ext cx="2979174" cy="12801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AF2B3C-DDA1-AAD9-2228-91C576C09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028" y="4617719"/>
            <a:ext cx="3664772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and categorize grocery items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expiry dates with notification reminders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and Search functionalities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Recipe suggestions based on grocery listing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 for shopping habits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F61348-5858-ACE3-1CA5-85ECC32B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80360" cy="6400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C7B21E-A45A-03CF-E752-FF774DF01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280" y="0"/>
            <a:ext cx="2880360" cy="6400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F76C03-6060-5B91-4E4D-FDE0ABC30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360" y="0"/>
            <a:ext cx="2880360" cy="6400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F3D524-3AD8-2CA0-506F-0E3923240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1640" y="0"/>
            <a:ext cx="288036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9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55" y="1600201"/>
            <a:ext cx="648929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Pattern: MVVM (Model–View–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Layer: Activities/Fragments and XML layouts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Layer: Room database, DAO interfaces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Layer: Repository pattern for data abstraction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F3E564-6391-20C0-ADC3-E391CAA5B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11" r="13688"/>
          <a:stretch/>
        </p:blipFill>
        <p:spPr>
          <a:xfrm>
            <a:off x="6231685" y="1081788"/>
            <a:ext cx="5852160" cy="55627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integration for remote data sync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analytics and reporting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Multi-device support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 scanning for quick item entry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suggestions for grocery planning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clean, scalable Android app with a focus on performance and usability.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Kotlin, Java, and Jetpack components for maintainable and stable code.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a solid foundation for future growth and new features.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>
            <a:no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6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266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Project Overview</vt:lpstr>
      <vt:lpstr>Technology Stack</vt:lpstr>
      <vt:lpstr>Key Features</vt:lpstr>
      <vt:lpstr>PowerPoint Presentation</vt:lpstr>
      <vt:lpstr>Project Architecture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Atif</cp:lastModifiedBy>
  <cp:revision>3</cp:revision>
  <dcterms:created xsi:type="dcterms:W3CDTF">2013-01-27T09:14:16Z</dcterms:created>
  <dcterms:modified xsi:type="dcterms:W3CDTF">2025-11-18T01:17:54Z</dcterms:modified>
  <cp:category/>
</cp:coreProperties>
</file>